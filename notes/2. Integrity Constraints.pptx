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notesMasterIdLst>
    <p:notesMasterId r:id="rId45"/>
  </p:notesMasterIdLst>
  <p:sldIdLst>
    <p:sldId id="256" r:id="rId5"/>
    <p:sldId id="285" r:id="rId6"/>
    <p:sldId id="384" r:id="rId7"/>
    <p:sldId id="297" r:id="rId8"/>
    <p:sldId id="321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9" r:id="rId39"/>
    <p:sldId id="380" r:id="rId40"/>
    <p:sldId id="381" r:id="rId41"/>
    <p:sldId id="382" r:id="rId42"/>
    <p:sldId id="383" r:id="rId43"/>
    <p:sldId id="385" r:id="rId4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37" autoAdjust="0"/>
  </p:normalViewPr>
  <p:slideViewPr>
    <p:cSldViewPr>
      <p:cViewPr>
        <p:scale>
          <a:sx n="75" d="100"/>
          <a:sy n="75" d="100"/>
        </p:scale>
        <p:origin x="-944" y="-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95501-73F2-41BA-85CC-22557878FAFE}" type="datetimeFigureOut">
              <a:rPr lang="en-IN" smtClean="0"/>
              <a:t>29-07-2024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130DD-32EB-4721-81EC-BC5717B4C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4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130DD-32EB-4721-81EC-BC5717B4C7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130DD-32EB-4721-81EC-BC5717B4C7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fld id="{03E3DE14-B0D4-4347-8300-FFE061AA914D}" type="datetime1">
              <a:rPr lang="en-US" smtClean="0"/>
              <a:t>7/29/2024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 smtClean="0"/>
              <a:t>Dr. M. Premalatha, VIT Chennai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ECFC-73EE-462B-BC6A-5174BEE50442}" type="datetime1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fld id="{3E377600-0684-4561-93D9-20DD3D7BA5FB}" type="datetime1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6AD5-DECF-48DA-9755-CF65BEAF0825}" type="datetime1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F73A-716D-4F8A-A306-281E690DDF2D}" type="datetime1">
              <a:rPr lang="en-US" smtClean="0"/>
              <a:t>7/29/2024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135F-2AA6-41E1-8B71-473C962A7E08}" type="datetime1">
              <a:rPr lang="en-US" smtClean="0"/>
              <a:t>7/29/2024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9BE0-E3DD-43D0-A2A6-1CE1988BBB54}" type="datetime1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DD23D-5E46-4DAE-A1C4-EB013C9B6F79}" type="datetime1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13B8-4F45-4138-91C1-A5892F6C4E8E}" type="datetime1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1AD93-825F-4EEE-A2ED-62BD7B01836C}" type="datetime1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728EB-D2E5-4D8E-A143-9A280DE2206B}" type="datetime1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3887399-8E18-455C-AE95-0A2C2F5AD911}" type="datetime1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Dr. M. Premalatha, VIT Chennai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09550"/>
            <a:ext cx="8610600" cy="685800"/>
          </a:xfrm>
        </p:spPr>
        <p:txBody>
          <a:bodyPr>
            <a:no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Lab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2800350"/>
            <a:ext cx="5638800" cy="838200"/>
          </a:xfrm>
        </p:spPr>
        <p:txBody>
          <a:bodyPr>
            <a:noAutofit/>
          </a:bodyPr>
          <a:lstStyle/>
          <a:p>
            <a:pPr algn="ctr"/>
            <a:r>
              <a:rPr lang="en-IN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- Integrity Constraints</a:t>
            </a:r>
          </a:p>
          <a:p>
            <a:pPr algn="ctr"/>
            <a:endParaRPr lang="en-IN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https://youtu.be/ci3Hqvk71tA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0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9214" y="-2082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352550"/>
            <a:ext cx="7315200" cy="3276600"/>
          </a:xfrm>
        </p:spPr>
        <p:txBody>
          <a:bodyPr>
            <a:noAutofit/>
          </a:bodyPr>
          <a:lstStyle/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Constraints – Create Table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Constraints – Alter Table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Modify Constraints – Alter Table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 Constraints – Alter Table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47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9214" y="-2082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Constraints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88559585"/>
              </p:ext>
            </p:extLst>
          </p:nvPr>
        </p:nvGraphicFramePr>
        <p:xfrm>
          <a:off x="457200" y="1809750"/>
          <a:ext cx="26670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9000"/>
                <a:gridCol w="889000"/>
                <a:gridCol w="889000"/>
              </a:tblGrid>
              <a:tr h="2667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CGPA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Ganga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Seetha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Ganga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8.9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Hannah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Andrew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904881"/>
              </p:ext>
            </p:extLst>
          </p:nvPr>
        </p:nvGraphicFramePr>
        <p:xfrm>
          <a:off x="3276600" y="1809750"/>
          <a:ext cx="2895601" cy="2133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6812"/>
                <a:gridCol w="936812"/>
                <a:gridCol w="1021977"/>
              </a:tblGrid>
              <a:tr h="31531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Course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CCode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CName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Credits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CSE1001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Python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CSE2004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DBMS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SWE1004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DBMS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SWE2003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030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CSE1002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CPP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0456"/>
              </p:ext>
            </p:extLst>
          </p:nvPr>
        </p:nvGraphicFramePr>
        <p:xfrm>
          <a:off x="6324600" y="1809750"/>
          <a:ext cx="21336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8442"/>
                <a:gridCol w="1165158"/>
              </a:tblGrid>
              <a:tr h="2667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Student_Course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Ccode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CSE1002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SWE1004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SWE2003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CSE2004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CSE2004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CSE1001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6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33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SQL 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76350"/>
            <a:ext cx="7391400" cy="35814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NOT NULL Constraint:  Ensures that a column cannot have NULL value.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DEFAULT Constraint: Provides a default value for a column when none is specified.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UNIQUE Constraint: Ensures that all values in a column are different.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PRIMARY Key: Uniquely identified each rows/records in a database table.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FOREIGN Key: Uniquely identified a rows/records in any another database table.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CHECK Constraint: The CHECK constraint ensures that all values in a column satisfy certain conditions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3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762000" y="1504950"/>
            <a:ext cx="7543800" cy="2654645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45720" indent="0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attribute_name1 datatype(size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attribute_name2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datatype(size),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	constraint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constraint_name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constraint_type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(attribute_name1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));</a:t>
            </a:r>
            <a:endParaRPr lang="en-IN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6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504950"/>
            <a:ext cx="7162800" cy="2654645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supplier(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supplier_no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company)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part(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shipment(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supplier_no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quantity)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94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839200" cy="3733800"/>
          </a:xfrm>
        </p:spPr>
        <p:txBody>
          <a:bodyPr>
            <a:normAutofit fontScale="55000" lnSpcReduction="20000"/>
          </a:bodyPr>
          <a:lstStyle/>
          <a:p>
            <a:pPr marL="45720" indent="0"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1.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Primary Key Constraints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– Value should be unique and should not be a null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value – satisfies unique and not null constraint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endParaRPr lang="en-US" b="1" dirty="0" smtClean="0">
              <a:latin typeface="Courier New"/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 smtClean="0">
                <a:latin typeface="Courier New"/>
                <a:ea typeface="Calibri"/>
                <a:cs typeface="Times New Roman"/>
              </a:rPr>
              <a:t>Create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table with primary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key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Supplier Table: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create table supplier(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number(3),company char(8),constraint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pk_sno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primary key(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));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Table created.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desc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supplier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Name                                      Null?    Type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----------------------------------------- -------- ----------------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SUPPLIER_NO                               NOT NULL NUMBER(3)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COMPANY                                            CHAR(8)</a:t>
            </a:r>
            <a:endParaRPr lang="en-IN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829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504950"/>
            <a:ext cx="8839200" cy="3200400"/>
          </a:xfrm>
        </p:spPr>
        <p:txBody>
          <a:bodyPr>
            <a:normAutofit fontScale="55000" lnSpcReduction="20000"/>
          </a:bodyPr>
          <a:lstStyle/>
          <a:p>
            <a:pPr marL="45720" indent="0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table without Primary Key and with unique constraint.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Part Table: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SQL&gt; create table part(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number(4),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char(10), constraint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pk_pname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unique(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));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Table created.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part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-----------------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PART_NO                                            NUMBER(4)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PART_NAME                                          CHAR(10)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4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504950"/>
            <a:ext cx="8839200" cy="3352800"/>
          </a:xfrm>
        </p:spPr>
        <p:txBody>
          <a:bodyPr>
            <a:normAutofit fontScale="62500" lnSpcReduction="20000"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b="1" dirty="0" smtClean="0">
                <a:latin typeface="Courier New"/>
                <a:ea typeface="Calibri"/>
                <a:cs typeface="Times New Roman"/>
              </a:rPr>
              <a:t>Add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primary key to part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table</a:t>
            </a:r>
          </a:p>
          <a:p>
            <a:pPr marL="45720" indent="0">
              <a:spcAft>
                <a:spcPts val="0"/>
              </a:spcAft>
              <a:buNone/>
            </a:pP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alter table part add constraint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pk_pno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primary key(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);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Table altered.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desc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part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Name                                      Null?    Type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----------------------------------------- --------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--------------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PART_NO                                   NOT NULL NUMBER(4)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PART_NAME                                          CHAR(10)</a:t>
            </a:r>
            <a:endParaRPr lang="en-IN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843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886200"/>
          </a:xfrm>
        </p:spPr>
        <p:txBody>
          <a:bodyPr>
            <a:normAutofit fontScale="55000" lnSpcReduction="20000"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b="1" dirty="0" smtClean="0">
                <a:latin typeface="Courier New"/>
                <a:ea typeface="Calibri"/>
                <a:cs typeface="Times New Roman"/>
              </a:rPr>
              <a:t>2. Foreign Key Constraints</a:t>
            </a:r>
            <a:endParaRPr lang="en-US" b="1" dirty="0">
              <a:latin typeface="Courier New"/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 smtClean="0">
                <a:latin typeface="Courier New"/>
                <a:ea typeface="Calibri"/>
                <a:cs typeface="Times New Roman"/>
              </a:rPr>
              <a:t>Create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foreign key constraint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Shipment Table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create table shipment(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number(3),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number(4), constraint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fk_sno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foreign key(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) references supplier, constraint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fk_pno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foreign key(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) references part);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Table created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.</a:t>
            </a:r>
          </a:p>
          <a:p>
            <a:pPr marL="45720" indent="0">
              <a:spcAft>
                <a:spcPts val="0"/>
              </a:spcAft>
              <a:buNone/>
            </a:pPr>
            <a:endParaRPr lang="en-US" b="1" dirty="0" smtClean="0">
              <a:latin typeface="Courier New"/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desc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shipment;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Name                                      Null?    Type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----------------------------------------- -------- -----------------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SUPPLIER_NO                                        NUMBER(3)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PART_NO                                            NUMBER(4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)</a:t>
            </a:r>
            <a:endParaRPr lang="en-IN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392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839200" cy="3581400"/>
          </a:xfrm>
        </p:spPr>
        <p:txBody>
          <a:bodyPr>
            <a:normAutofit fontScale="62500" lnSpcReduction="20000"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b="1" dirty="0" smtClean="0">
                <a:latin typeface="Courier New"/>
                <a:ea typeface="Calibri"/>
                <a:cs typeface="Times New Roman"/>
              </a:rPr>
              <a:t>Add 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an attribute quantity to shipment table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alter table shipment add quantity number(5);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Table altered.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 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SQL&gt;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desc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shipment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Name                                      Null?    Type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----------------------------------------- -------- </a:t>
            </a:r>
            <a:r>
              <a:rPr lang="en-US" b="1" dirty="0" smtClean="0">
                <a:latin typeface="Courier New"/>
                <a:ea typeface="Calibri"/>
                <a:cs typeface="Times New Roman"/>
              </a:rPr>
              <a:t>--------------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SUPPLIER_NO                                        NUMBER(3)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PART_NO                                            NUMBER(4)</a:t>
            </a:r>
            <a:endParaRPr lang="en-IN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 QUANTITY                                           NUMBER(5)</a:t>
            </a:r>
            <a:endParaRPr lang="en-IN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142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Add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a check constraint to 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shipment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table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alter table shipment add constraint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ck_qty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check(quantity&gt;0);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Table altered.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desc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shipment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Name                                      Null?    Type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----------------------------------------- -------- ------------------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SUPPLIER_NO                                        NUMBER(3)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PART_NO                                            NUMBER(4)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QUANTITY                                           NUMBER(5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)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6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839200" cy="3581400"/>
          </a:xfrm>
        </p:spPr>
        <p:txBody>
          <a:bodyPr>
            <a:noAutofit/>
          </a:bodyPr>
          <a:lstStyle/>
          <a:p>
            <a:pPr marL="45720" lvl="0" indent="0">
              <a:buNone/>
            </a:pPr>
            <a:r>
              <a:rPr lang="en-US" sz="1600" b="1" dirty="0" smtClean="0">
                <a:latin typeface="Courier New" pitchFamily="49" charset="0"/>
                <a:ea typeface="Calibri" pitchFamily="34" charset="0"/>
                <a:cs typeface="Courier New" pitchFamily="49" charset="0"/>
              </a:rPr>
              <a:t>Constraints </a:t>
            </a:r>
            <a:r>
              <a:rPr lang="en-US" sz="1600" b="1" dirty="0">
                <a:latin typeface="Courier New" pitchFamily="49" charset="0"/>
                <a:ea typeface="Calibri" pitchFamily="34" charset="0"/>
                <a:cs typeface="Courier New" pitchFamily="49" charset="0"/>
              </a:rPr>
              <a:t>Set: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  <a:p>
            <a:pPr marL="45720" indent="0">
              <a:spcAft>
                <a:spcPts val="0"/>
              </a:spcAft>
              <a:buNone/>
            </a:pPr>
            <a:endParaRPr lang="en-IN" sz="1600" b="1" dirty="0">
              <a:ea typeface="Calibri"/>
              <a:cs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02103"/>
              </p:ext>
            </p:extLst>
          </p:nvPr>
        </p:nvGraphicFramePr>
        <p:xfrm>
          <a:off x="685800" y="1809750"/>
          <a:ext cx="7620000" cy="2590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3233"/>
                <a:gridCol w="1312970"/>
                <a:gridCol w="1547713"/>
                <a:gridCol w="1821447"/>
                <a:gridCol w="1524637"/>
              </a:tblGrid>
              <a:tr h="6477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Attribute Name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Table Name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Constraint Name – User defined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Constraint Type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Referencing Table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supplier_no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supplier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pk_sno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primary key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part_name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pk_pname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unique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part_no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pk_pno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primary key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supplier_no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shipment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fk_sno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foreign key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supplier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part_no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shipment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fk_pno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part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quantity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shipment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ck_qty</a:t>
                      </a:r>
                      <a:endParaRPr lang="en-IN" sz="140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check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  <a:endParaRPr lang="en-IN" sz="1400" dirty="0">
                        <a:effectLst/>
                        <a:latin typeface="Courier New" pitchFamily="49" charset="0"/>
                        <a:ea typeface="Calibri"/>
                        <a:cs typeface="Courier New" pitchFamily="49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54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Violation of Constraints: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latin typeface="Courier New" pitchFamily="49" charset="0"/>
                <a:ea typeface="Calibri"/>
                <a:cs typeface="Courier New" pitchFamily="49" charset="0"/>
              </a:rPr>
              <a:t>Primary 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Key –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supplier_no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– supplier 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ea typeface="Calibri"/>
                <a:cs typeface="Courier New" pitchFamily="49" charset="0"/>
              </a:rPr>
              <a:t>Note: Primary key together satisfies unique and not null constraints </a:t>
            </a:r>
            <a:endParaRPr lang="en-IN" sz="1600" b="1" dirty="0">
              <a:solidFill>
                <a:srgbClr val="FF0000"/>
              </a:solidFill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insert into supplier values(10,'xyz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inc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');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r>
              <a:rPr lang="en-US" sz="1600" b="1" smtClean="0">
                <a:latin typeface="Courier New" pitchFamily="49" charset="0"/>
                <a:ea typeface="Calibri"/>
                <a:cs typeface="Courier New" pitchFamily="49" charset="0"/>
              </a:rPr>
              <a:t>1 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row created.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select * from supplier;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SUPPLIER_NO COMPANY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----------- --------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  10 xyz </a:t>
            </a:r>
            <a:r>
              <a:rPr lang="en-US" sz="1600" b="1" dirty="0" err="1" smtClean="0">
                <a:latin typeface="Courier New" pitchFamily="49" charset="0"/>
                <a:ea typeface="Calibri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3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insert into supplier values(1,'abc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inc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');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1 row created.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select * from supplier;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SUPPLIER_NO COMPANY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----------- --------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  10 xyz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   1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abc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15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Primary Key - Unique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constraint –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supplier_no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- supplier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insert into supplier values(10,'avg org');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insert into supplier values(10,'avg org')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*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ERROR at line 1: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ORA-00001: unique constraint (SYSTEM.PK_SNO) violated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1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supplier values(20,'xyz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inc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supplier values(40,'speedy');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select * from supplier;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SUPPLIER_NO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COMPANY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----------- 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10 xyz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inc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1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abc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inc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20 xyz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inc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40 speedy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43400" y="325755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b="1" dirty="0">
                <a:latin typeface="Courier New"/>
                <a:ea typeface="Calibri"/>
                <a:cs typeface="Times New Roman"/>
              </a:rPr>
              <a:t>Note: company is same for </a:t>
            </a:r>
            <a:r>
              <a:rPr lang="en-US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b="1" dirty="0">
                <a:latin typeface="Courier New"/>
                <a:ea typeface="Calibri"/>
                <a:cs typeface="Times New Roman"/>
              </a:rPr>
              <a:t> 10 and 20 since there exists no unique constraint for company.</a:t>
            </a:r>
            <a:endParaRPr lang="en-IN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745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Primary Key - Not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Null constraint -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- supplier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supplier values(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null,'speedy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supplier values(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null,'speedy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                  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ORA-01400: cannot insert NULL into ("SYSTEM"."SUPPLIER"."SUPPLIER_NO")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Doesn’t allow null values for primary key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914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3. Unique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Constraint –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, primary key –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- part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part values(100,'bolt');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part values(200,'nut');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part values(300,'screw');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created.</a:t>
            </a: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select * from part;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PART_NO PART_NAME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 ----------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100 bolt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200 nut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300 screw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253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Unique constraint violation for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- part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part values(300,'screw');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part values(300,'screw')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ORA-00001: unique constraint (SYSTEM.PK_PNAME) violated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Unique constraint violation for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- part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part values(400,'screw');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part values(400,'screw')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ORA-00001: unique constraint (SYSTEM.PK_PNAME) violated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194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Unique constraint violation for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part_no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- part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insert into part values(300,'spanner');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insert into part values(300,'spanner')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*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ERROR at line 1: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ORA-00001: unique constraint (SYSTEM.PK_PNO) violated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79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Check constraint – quantity - shipment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SQL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insert into shipment values(10, 200, 5000);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row created.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SQL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insert into shipment values(10, 300, 4000);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row created.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SQL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insert into shipment values(40, 100, 1000);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1 ro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w created.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SQL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select * from shipment;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SUPPLIER_NO 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PART_NO   QUANTITY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----------- ---------- ----------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10        200       5000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10        300       4000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40        100      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1000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8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shipment values(40, 200, -1);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shipment values(40, 200, -1)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ORA-02290: check constraint (SYSTEM.CK_QTY) violated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shipment values(40, 200, 0);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shipment values(40, 200, 0)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ORA-02290: check constraint (SYSTEM.CK_QTY) violated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The value of quantity attribute should be always greater than 0.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606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5.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Referential Integrity Constraint – Foreign key – shipment</a:t>
            </a:r>
            <a:endParaRPr lang="en-IN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" y="2114550"/>
            <a:ext cx="3962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select * from supplier;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SUPPLIER_NO COMPANY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----------- 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10 xyz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 1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abc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20 xyz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inc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40 speedy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33800" y="1428750"/>
            <a:ext cx="40386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select * from part;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PART_NO PART_NAME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 ----------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100 bolt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200 nut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300 screw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2800" y="3257550"/>
            <a:ext cx="56388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select * from shipment;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SUPPLIER_NO    PART_NO   QUANTITY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----------- ---------- ----------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10        200       5000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10        300       4000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40        100       1000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4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</a:t>
            </a:r>
            <a:endParaRPr lang="en-IN" sz="1600" b="1" dirty="0">
              <a:ea typeface="Calibri"/>
              <a:cs typeface="Times New Roman"/>
            </a:endParaRPr>
          </a:p>
          <a:p>
            <a:pPr marL="388620" indent="-342900">
              <a:spcAft>
                <a:spcPts val="0"/>
              </a:spcAft>
              <a:buFont typeface="+mj-lt"/>
              <a:buAutoNum type="arabicPeriod"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Permissible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values for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shipment are 10, 1, 20 and 40 as referred in supplier table</a:t>
            </a:r>
            <a:endParaRPr lang="en-IN" sz="1600" b="1" dirty="0">
              <a:ea typeface="Calibri"/>
              <a:cs typeface="Times New Roman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Permissible values for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shipment are 100, 200 and 300 as 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referred I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n supplier table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SQL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insert into shipment values(30, 200, 2000);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insert into shipment values(30, 200, 2000)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*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ERROR at line 1: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ORA-02291: integrity constraint (SYSTEM.FK_SNO) violated - parent key not found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Note: 30 cannot be inserted to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supplier_no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in shipment table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.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91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239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shipment values(20, 400, 2000);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shipment values(20, 400, 2000)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ORA-02291: integrity constraint (SYSTEM.FK_PNO) violated - parent key not found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4000 cannot be inserted to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shipment table.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953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Drop 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Constraints:</a:t>
            </a:r>
            <a:endParaRPr lang="en-IN" sz="14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4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Drop 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a check constraint from quantity in shipment table</a:t>
            </a:r>
            <a:endParaRPr lang="en-IN" sz="14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4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&gt; alter table shipment drop constraint </a:t>
            </a:r>
            <a:r>
              <a:rPr lang="en-US" sz="1400" b="1" dirty="0" err="1">
                <a:latin typeface="Courier New"/>
                <a:ea typeface="Calibri"/>
                <a:cs typeface="Times New Roman"/>
              </a:rPr>
              <a:t>ck_qty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;</a:t>
            </a:r>
            <a:endParaRPr lang="en-IN" sz="14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4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Table altered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.</a:t>
            </a:r>
            <a:endParaRPr lang="en-IN" sz="14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4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&gt; insert into shipment values(20,200,0);</a:t>
            </a:r>
            <a:endParaRPr lang="en-IN" sz="14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4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400" b="1" dirty="0">
                <a:latin typeface="Courier New"/>
                <a:ea typeface="Calibri"/>
                <a:cs typeface="Times New Roman"/>
              </a:rPr>
              <a:t>row created</a:t>
            </a:r>
            <a:r>
              <a:rPr lang="en-US" sz="1400" b="1" dirty="0" smtClean="0">
                <a:latin typeface="Courier New"/>
                <a:ea typeface="Calibri"/>
                <a:cs typeface="Times New Roman"/>
              </a:rPr>
              <a:t>.</a:t>
            </a: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shipment;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SUPPLIER_NO   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PART_NO   QUANTITY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----------- ---------- ----------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10        200       5000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10        300       4000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40        100       1000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20        200          0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Note: Since check constraint is dropped, it allows the value 0</a:t>
            </a: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endParaRPr lang="en-IN" sz="14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53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Drop a unique constraint from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part table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alter table part drop constraint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pk_pname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Table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altered.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US" sz="1600" b="1" dirty="0" smtClean="0">
              <a:latin typeface="Courier New"/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select * from part;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  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PART_NO PART_NAME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 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100 bolt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200 nut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300 screw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insert into part values(400,'screw');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ea typeface="Calibri"/>
                <a:cs typeface="Courier New" pitchFamily="49" charset="0"/>
              </a:rPr>
              <a:t>1 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row created.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select * from part;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PART_NO PART_NAME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---------- ----------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100 bolt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200 nut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300 screw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400 screw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ea typeface="Calibri"/>
                <a:cs typeface="Courier New" pitchFamily="49" charset="0"/>
              </a:rPr>
              <a:t>Note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: Since unique check constraint is dropped, it allows the value duplications for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part_name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3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Drop a foreign key constraint from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shipment table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alter table shipment drop constraint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fk_pno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Table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altered.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select * from part;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PART_NO PART_NAME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 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100 bolt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200 nut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300 screw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400 screw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998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shipment values(20, 500, 2300);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select * from shipment;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SUPPLIER_NO   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PART_NO   QUANTITY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----------- ---------- 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10        200       5000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10        300       4000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40        100       1000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20        200          0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20        500       2300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Note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: Since foreign key constraint is dropped from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, it allows the value 500 which actually is not referred in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part_no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of part table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848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Drop a primary key constraint from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part_no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in part table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alter table part drop constraint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pk_pno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Table altered.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SQL&gt; select * from part;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PART_NO PART_NAME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---------- ----------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100 bolt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200 nut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300 screw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400 screw</a:t>
            </a:r>
            <a:endParaRPr lang="en-IN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09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insert into part values(400,'screw');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1 row created.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select * from part;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ea typeface="Calibri"/>
                <a:cs typeface="Courier New" pitchFamily="49" charset="0"/>
              </a:rPr>
              <a:t>   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PART_NO PART_NAME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---------- ----------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100 bolt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200 nut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300 screw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400 screw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400 screw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r>
              <a:rPr lang="en-US" sz="1600" b="1" dirty="0" smtClean="0">
                <a:latin typeface="Courier New" pitchFamily="49" charset="0"/>
                <a:ea typeface="Calibri"/>
                <a:cs typeface="Courier New" pitchFamily="49" charset="0"/>
              </a:rPr>
              <a:t>Note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: Since primary key is dropped, it allows duplications even in row level and column level.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6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Drop a primary key constraint from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supplier table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alter table supplier drop constraint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pk_sno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alter table supplier drop constraint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pk_sno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                           *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ORA-02273: this unique/primary key is referenced by some foreign keys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</a:t>
            </a:r>
            <a:endParaRPr lang="en-IN" sz="1600" b="1" dirty="0">
              <a:ea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Since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supplier_no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is 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still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referred in shipment table, supplier table’s primary key cannot be dropped.</a:t>
            </a:r>
            <a:endParaRPr lang="en-IN" sz="1600" b="1" dirty="0">
              <a:ea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A primary key can be dropped only if the entire foreign keys it referred were dropped.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198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6.Not Null Constraints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endParaRPr lang="en-US" sz="1600" b="1" dirty="0" smtClean="0">
              <a:latin typeface="Courier New"/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Create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Not Null Constraint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endParaRPr lang="en-US" sz="1600" b="1" dirty="0" smtClean="0">
              <a:latin typeface="Courier New"/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create table person(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pid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number(4) not null,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char(7));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Table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person values(1,'sai');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person values(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null,'raj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insert into person values(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null,'raj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                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*</a:t>
            </a:r>
            <a:endParaRPr lang="en-IN" sz="1600" b="1" dirty="0" smtClean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ERROR at line 1:</a:t>
            </a:r>
            <a:endParaRPr lang="en-IN" sz="1600" b="1" dirty="0" smtClean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ORA-01400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: cannot insert NULL into ("SYSTEM"."PERSON"."PID")</a:t>
            </a:r>
            <a:endParaRPr lang="en-IN" sz="1600" b="1" dirty="0">
              <a:ea typeface="Calibri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38800" y="2571750"/>
            <a:ext cx="3429000" cy="1754326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SQL&gt; select * from person;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 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PID PNAME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---------- -------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1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sai</a:t>
            </a:r>
            <a:endParaRPr lang="en-IN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8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Add Not Null Constraint to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pname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in person table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alter table person modify </a:t>
            </a:r>
            <a:r>
              <a:rPr lang="en-US" sz="1600" b="1" dirty="0" err="1">
                <a:latin typeface="Courier New" pitchFamily="49" charset="0"/>
                <a:ea typeface="Calibri"/>
                <a:cs typeface="Courier New" pitchFamily="49" charset="0"/>
              </a:rPr>
              <a:t>pname</a:t>
            </a: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char(7) not null;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Table altered.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 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SQL&gt; insert into person values(2,null);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insert into person values(2,null)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                            *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ERROR at line 1: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 pitchFamily="49" charset="0"/>
                <a:ea typeface="Calibri"/>
                <a:cs typeface="Courier New" pitchFamily="49" charset="0"/>
              </a:rPr>
              <a:t>ORA-01400: cannot insert NULL into ("SYSTEM"."PERSON"."PNAME")</a:t>
            </a:r>
            <a:endParaRPr lang="en-IN" sz="1600" b="1" dirty="0">
              <a:latin typeface="Courier New" pitchFamily="49" charset="0"/>
              <a:ea typeface="Calibri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82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Drop Not Null Constraint to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in person table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alter table person modify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char(7) null;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Table altered.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person values(2,null);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1 row created.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60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7. Default Constraints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Create default constraint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create table player(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number(2),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char(7), country char(10) default '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india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Table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insert into player(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pname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) values('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sachin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SQL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&gt; select * from player;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PNO PNAME   COUNTRY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 ------- 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sachin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india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21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Note: The value for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pno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and country attribute is not inserted. When the value is not inserted for country attribute, it considers the default value ‘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india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’. Else it considers the inserted value.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insert into player values(1,'watson','australia');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r>
              <a:rPr lang="en-US" sz="1600" b="1" dirty="0" smtClean="0">
                <a:latin typeface="Courier New"/>
                <a:ea typeface="Calibri"/>
                <a:cs typeface="Times New Roman"/>
              </a:rPr>
              <a:t>1 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row created.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SQL&gt; select * from player;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 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PNO PNAME   COUNTRY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---------- ------- ----------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 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sachin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india</a:t>
            </a:r>
            <a:endParaRPr lang="en-IN" sz="1600" b="1" dirty="0">
              <a:ea typeface="Calibri"/>
              <a:cs typeface="Times New Roman"/>
            </a:endParaRPr>
          </a:p>
          <a:p>
            <a:pPr marL="45720" indent="0" algn="just">
              <a:spcAft>
                <a:spcPts val="0"/>
              </a:spcAft>
              <a:buNone/>
            </a:pPr>
            <a:r>
              <a:rPr lang="en-US" sz="1600" b="1" dirty="0">
                <a:latin typeface="Courier New"/>
                <a:ea typeface="Calibri"/>
                <a:cs typeface="Times New Roman"/>
              </a:rPr>
              <a:t>         1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watson</a:t>
            </a:r>
            <a:r>
              <a:rPr lang="en-US" sz="1600" b="1" dirty="0">
                <a:latin typeface="Courier New"/>
                <a:ea typeface="Calibri"/>
                <a:cs typeface="Times New Roman"/>
              </a:rPr>
              <a:t>  </a:t>
            </a:r>
            <a:r>
              <a:rPr lang="en-US" sz="1600" b="1" dirty="0" err="1">
                <a:latin typeface="Courier New"/>
                <a:ea typeface="Calibri"/>
                <a:cs typeface="Times New Roman"/>
              </a:rPr>
              <a:t>australia</a:t>
            </a:r>
            <a:endParaRPr lang="en-IN" sz="16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900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71550"/>
            <a:ext cx="8839200" cy="3581400"/>
          </a:xfrm>
        </p:spPr>
        <p:txBody>
          <a:bodyPr>
            <a:noAutofit/>
          </a:bodyPr>
          <a:lstStyle/>
          <a:p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 Know the name of the constraints set to the table: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SQL&gt; 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2  FROM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user_constraints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3  WHERE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'STUDENT';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CONSTRAINT_NAME                C TABLE_NAME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 - ------------------------------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PK_REGNO                       P STUDENT</a:t>
            </a:r>
          </a:p>
        </p:txBody>
      </p:sp>
    </p:spTree>
    <p:extLst>
      <p:ext uri="{BB962C8B-B14F-4D97-AF65-F5344CB8AC3E}">
        <p14:creationId xmlns:p14="http://schemas.microsoft.com/office/powerpoint/2010/main" val="85835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3AE7DE87AE343A634347F8DDCD9D2" ma:contentTypeVersion="0" ma:contentTypeDescription="Create a new document." ma:contentTypeScope="" ma:versionID="5e82e9ea49d6d623f27666c164887d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08F3F1-5932-4842-9E46-F677547D21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FA3503-92B1-403D-A9BA-2BE39B97FD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8DE7C99-BCE6-4707-8C54-BDC0BA63D0E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3534</TotalTime>
  <Words>884</Words>
  <Application>Microsoft Office PowerPoint</Application>
  <PresentationFormat>On-screen Show (16:9)</PresentationFormat>
  <Paragraphs>550</Paragraphs>
  <Slides>40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Origin</vt:lpstr>
      <vt:lpstr>Database Management Systems Lab</vt:lpstr>
      <vt:lpstr>Topics to be Covered</vt:lpstr>
      <vt:lpstr>Why Constraints</vt:lpstr>
      <vt:lpstr>Types of SQL Constraints</vt:lpstr>
      <vt:lpstr>Syntax</vt:lpstr>
      <vt:lpstr>Schema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  <vt:lpstr>Constraints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vitbpl</dc:creator>
  <cp:lastModifiedBy>Premalatha M</cp:lastModifiedBy>
  <cp:revision>229</cp:revision>
  <dcterms:created xsi:type="dcterms:W3CDTF">2006-08-16T00:00:00Z</dcterms:created>
  <dcterms:modified xsi:type="dcterms:W3CDTF">2024-07-29T07:33:33Z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0x010100EC63AE7DE87AE343A634347F8DDCD9D2</vt:lpwstr>
  </property>
</Properties>
</file>